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252"/>
    <a:srgbClr val="1B1B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582AE-1684-42BD-97CE-B3D736CCF368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5D0CC-A16E-4FC7-A4C4-70491DD3E6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712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F734E-6962-E8A7-6608-B3D75C4DE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DFD9F0-6469-C375-BE62-20EA454078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0E3C8C-A2E3-8DB1-584D-B858D03E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F11DB-C36D-4919-9255-123EEA5E0D8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F200F2-E4FA-F2E7-EC49-927F23DEE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40EC5F-B08A-3BDC-E908-D3963C0EA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A3C7-D572-430B-B3D5-62E2D2E2D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6469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95F336-8935-FC05-E7E5-21EEA39AE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D683F2-A22C-4BED-1B2A-D762A572B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AB8D1C-2C5B-7629-11DA-C1368486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F11DB-C36D-4919-9255-123EEA5E0D8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C14254-271E-A232-6E9C-4BCE49EE8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78D101-B7D1-46A3-2F0E-0DCA9620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A3C7-D572-430B-B3D5-62E2D2E2D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134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C9657-4003-5FF7-6C1E-6F21238CC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C19601-7B05-4918-74B6-0DA9CC077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2CA54F-97B8-552F-4FE8-3585F31E1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F11DB-C36D-4919-9255-123EEA5E0D8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95A7D6-DEBB-FD85-FBCF-5ADA5C87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5D162D-FDD4-3015-794E-A1FC83231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A3C7-D572-430B-B3D5-62E2D2E2D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055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7F3B9-682B-DE07-1ED3-000C7CA9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5BC2A4-3F1C-FCC7-9971-BBF12120BF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6078AFA-B38F-6207-78F4-D7464337E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D7043A-58C2-C2D8-E913-AFCC46D35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F11DB-C36D-4919-9255-123EEA5E0D8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98B48D-519C-A210-C049-2CA577DE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A2D046-7C2D-727A-8AEC-BFB076E22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A3C7-D572-430B-B3D5-62E2D2E2D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76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AE860-B5CE-E56E-32AA-A1C9EB8E0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03F392-EC37-E463-3442-805DD5086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41DA88-8BB2-D761-3F41-1233D36C9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93258C6-232C-92D3-AD5C-47F4F9173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A109FBF-632C-F097-1D5F-4B9A574EA6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B6090C-412C-D446-F6B1-0AF99166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F11DB-C36D-4919-9255-123EEA5E0D8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E3F7CFE-4AC0-CA3D-A328-78457D169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010965B-7CBF-F928-7118-1DD1707F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A3C7-D572-430B-B3D5-62E2D2E2D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59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D6293-10DF-F2EC-D624-0F9F1333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C99FF5-25B4-6EF7-A34A-434870B8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F11DB-C36D-4919-9255-123EEA5E0D8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D2D0080-5BC6-AA09-D950-5F0D5ED1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0A9710B-C5DA-FFD7-BFBF-CB9DA754F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A3C7-D572-430B-B3D5-62E2D2E2D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351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D8D8CA8-6D58-DAC1-81CD-2059FDB4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F11DB-C36D-4919-9255-123EEA5E0D8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6D951F-A074-8D00-25A0-1370B23A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47AD35-11D9-6D3B-4828-F187782A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A3C7-D572-430B-B3D5-62E2D2E2D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6589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6EDEA-F6FD-8932-A62A-B6B5CC095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B1AAB6-04F1-7F62-C201-F8269A98F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89AC0-5103-F4F2-43A2-82CDB7164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75F7FC-18B8-99BF-E2C1-F30BFBDD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F11DB-C36D-4919-9255-123EEA5E0D8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1C25FD-72DA-EDC4-1A5C-FD90AE4D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A8750B-D819-E358-C810-CF9FF681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A3C7-D572-430B-B3D5-62E2D2E2D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98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8227F-7AA9-BE5C-7331-C8191564E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3E09C23-E156-D25F-0087-60474CA5D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05B365-455F-D8DB-B2B6-F7F833CCC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FC8020-011F-9E5C-3887-13A8E854E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F11DB-C36D-4919-9255-123EEA5E0D8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365E4F-FCA8-782C-92B4-64E56D687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FD1BDC-6135-D0F5-A470-3F7407917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A3C7-D572-430B-B3D5-62E2D2E2D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8045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111673-0691-C053-C43A-24265524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3D1304-19FB-0129-A136-87652E885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FE9F66-042D-97F1-D2F1-6A7A64F1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F11DB-C36D-4919-9255-123EEA5E0D8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6E91D0-2273-8F00-87A0-AE80A0C23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7AC7D8-BB74-6978-DE07-C6A07E22A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A3C7-D572-430B-B3D5-62E2D2E2D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731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83D5F3-3E1D-C7E0-C455-D2FC0FB2F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3E93C4-3AC7-8AD0-B561-F29D6E5AB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09EA44-D35D-8FD5-C27B-F4E314210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F11DB-C36D-4919-9255-123EEA5E0D8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B6AD0A-7380-3C58-A7D6-49FB9619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309A2E-B232-12E2-1825-24568322C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7A3C7-D572-430B-B3D5-62E2D2E2D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236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C157B22-7CB9-7B1C-A8DB-9ACA3991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22C843-EA4F-EEA0-DE09-2C5A01323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3966B0-72F0-8644-B82C-0A95E5828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F11DB-C36D-4919-9255-123EEA5E0D86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FC8EB8-C752-92AD-5EBC-F8E30EA43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86D9FA-3302-A998-ACF9-6B375BDC3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7A3C7-D572-430B-B3D5-62E2D2E2DF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667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E0895-73B2-F9D3-BFDC-5F803BDD8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60C6FE29-516C-8600-985E-50A0CEF84ACE}"/>
              </a:ext>
            </a:extLst>
          </p:cNvPr>
          <p:cNvSpPr/>
          <p:nvPr/>
        </p:nvSpPr>
        <p:spPr>
          <a:xfrm flipV="1">
            <a:off x="0" y="-5"/>
            <a:ext cx="2260167" cy="676279"/>
          </a:xfrm>
          <a:custGeom>
            <a:avLst/>
            <a:gdLst>
              <a:gd name="csX0" fmla="*/ 0 w 5895556"/>
              <a:gd name="csY0" fmla="*/ 0 h 5486400"/>
              <a:gd name="csX1" fmla="*/ 5895556 w 5895556"/>
              <a:gd name="csY1" fmla="*/ 0 h 5486400"/>
              <a:gd name="csX2" fmla="*/ 3632998 w 5895556"/>
              <a:gd name="csY2" fmla="*/ 5486400 h 5486400"/>
              <a:gd name="csX3" fmla="*/ 0 w 5895556"/>
              <a:gd name="csY3" fmla="*/ 5486400 h 5486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895556" h="5486400">
                <a:moveTo>
                  <a:pt x="0" y="0"/>
                </a:moveTo>
                <a:lnTo>
                  <a:pt x="5895556" y="0"/>
                </a:lnTo>
                <a:lnTo>
                  <a:pt x="3632998" y="5486400"/>
                </a:lnTo>
                <a:lnTo>
                  <a:pt x="0" y="5486400"/>
                </a:lnTo>
                <a:close/>
              </a:path>
            </a:pathLst>
          </a:custGeom>
          <a:solidFill>
            <a:srgbClr val="1B1B1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pic>
        <p:nvPicPr>
          <p:cNvPr id="19" name="Imagem 18" descr="Logotipo&#10;&#10;O conteúdo gerado por IA pode estar incorreto.">
            <a:extLst>
              <a:ext uri="{FF2B5EF4-FFF2-40B4-BE49-F238E27FC236}">
                <a16:creationId xmlns:a16="http://schemas.microsoft.com/office/drawing/2014/main" id="{ABDBE8CC-3B1F-8EF4-9A5F-917A6C0BC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4" y="172017"/>
            <a:ext cx="1475235" cy="332233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4C41B40-C869-64BC-B14D-8129C3965857}"/>
              </a:ext>
            </a:extLst>
          </p:cNvPr>
          <p:cNvSpPr txBox="1"/>
          <p:nvPr/>
        </p:nvSpPr>
        <p:spPr>
          <a:xfrm>
            <a:off x="0" y="674807"/>
            <a:ext cx="74770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latin typeface="Abadi ExtraLight" panose="020B0204020104020204" pitchFamily="34" charset="0"/>
              </a:rPr>
              <a:t>ORGANOGRAMA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942665D-2682-C969-B089-FB9CA18BB9E6}"/>
              </a:ext>
            </a:extLst>
          </p:cNvPr>
          <p:cNvSpPr/>
          <p:nvPr/>
        </p:nvSpPr>
        <p:spPr>
          <a:xfrm>
            <a:off x="5193942" y="1356968"/>
            <a:ext cx="1142122" cy="11421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B42122F-DBBB-32E9-6029-49B3CB4876F1}"/>
              </a:ext>
            </a:extLst>
          </p:cNvPr>
          <p:cNvSpPr txBox="1"/>
          <p:nvPr/>
        </p:nvSpPr>
        <p:spPr>
          <a:xfrm>
            <a:off x="5012443" y="2499090"/>
            <a:ext cx="1505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Abadi ExtraLight" panose="020B0204020104020204" pitchFamily="34" charset="0"/>
              </a:rPr>
              <a:t>Murillo Spinelli</a:t>
            </a:r>
          </a:p>
          <a:p>
            <a:pPr algn="ctr"/>
            <a:r>
              <a:rPr lang="pt-BR" sz="1600" dirty="0">
                <a:latin typeface="Abadi ExtraLight" panose="020B0204020104020204" pitchFamily="34" charset="0"/>
              </a:rPr>
              <a:t>Head de T.I.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DBB9F49-5CE2-74B5-71E2-93904437BBB1}"/>
              </a:ext>
            </a:extLst>
          </p:cNvPr>
          <p:cNvSpPr/>
          <p:nvPr/>
        </p:nvSpPr>
        <p:spPr>
          <a:xfrm>
            <a:off x="1171492" y="2120386"/>
            <a:ext cx="1142122" cy="11421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77D8F2D-A3BA-0370-2839-B19949C25FEB}"/>
              </a:ext>
            </a:extLst>
          </p:cNvPr>
          <p:cNvSpPr txBox="1"/>
          <p:nvPr/>
        </p:nvSpPr>
        <p:spPr>
          <a:xfrm>
            <a:off x="247785" y="3262508"/>
            <a:ext cx="2989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Abadi ExtraLight" panose="020B0204020104020204" pitchFamily="34" charset="0"/>
              </a:rPr>
              <a:t>Eduardo Calafell</a:t>
            </a:r>
          </a:p>
          <a:p>
            <a:pPr algn="ctr"/>
            <a:r>
              <a:rPr lang="pt-BR" sz="1600" dirty="0">
                <a:latin typeface="Abadi ExtraLight" panose="020B0204020104020204" pitchFamily="34" charset="0"/>
              </a:rPr>
              <a:t>Arquiteto de Sistemas / </a:t>
            </a:r>
            <a:r>
              <a:rPr lang="pt-BR" sz="1600" dirty="0" err="1">
                <a:latin typeface="Abadi ExtraLight" panose="020B0204020104020204" pitchFamily="34" charset="0"/>
              </a:rPr>
              <a:t>Backend</a:t>
            </a:r>
            <a:endParaRPr lang="pt-BR" sz="1600" dirty="0">
              <a:latin typeface="Abadi ExtraLight" panose="020B0204020104020204" pitchFamily="34" charset="0"/>
            </a:endParaRP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FB70ED57-A84C-EB74-F397-E7BCEE08E040}"/>
              </a:ext>
            </a:extLst>
          </p:cNvPr>
          <p:cNvSpPr/>
          <p:nvPr/>
        </p:nvSpPr>
        <p:spPr>
          <a:xfrm>
            <a:off x="3771394" y="4983441"/>
            <a:ext cx="1142122" cy="11421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7255B2E-E560-46D4-A63E-8F42A6D32FB0}"/>
              </a:ext>
            </a:extLst>
          </p:cNvPr>
          <p:cNvSpPr txBox="1"/>
          <p:nvPr/>
        </p:nvSpPr>
        <p:spPr>
          <a:xfrm>
            <a:off x="2847687" y="6125563"/>
            <a:ext cx="2989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Abadi ExtraLight" panose="020B0204020104020204" pitchFamily="34" charset="0"/>
              </a:rPr>
              <a:t>Vinicius </a:t>
            </a:r>
            <a:r>
              <a:rPr lang="pt-BR" sz="1600" b="1" dirty="0" err="1">
                <a:latin typeface="Abadi ExtraLight" panose="020B0204020104020204" pitchFamily="34" charset="0"/>
              </a:rPr>
              <a:t>Henques</a:t>
            </a:r>
            <a:endParaRPr lang="pt-BR" sz="1600" b="1" dirty="0">
              <a:latin typeface="Abadi ExtraLight" panose="020B0204020104020204" pitchFamily="34" charset="0"/>
            </a:endParaRPr>
          </a:p>
          <a:p>
            <a:pPr algn="ctr"/>
            <a:r>
              <a:rPr lang="pt-BR" sz="1600" dirty="0">
                <a:latin typeface="Abadi ExtraLight" panose="020B0204020104020204" pitchFamily="34" charset="0"/>
              </a:rPr>
              <a:t>Fullstack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EDA65E60-DD71-1B02-D588-0228E70F687A}"/>
              </a:ext>
            </a:extLst>
          </p:cNvPr>
          <p:cNvSpPr/>
          <p:nvPr/>
        </p:nvSpPr>
        <p:spPr>
          <a:xfrm>
            <a:off x="9363532" y="4974482"/>
            <a:ext cx="1142122" cy="11421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4C1AC2B-1AEC-5AEE-45FE-14C60A02A2D5}"/>
              </a:ext>
            </a:extLst>
          </p:cNvPr>
          <p:cNvSpPr txBox="1"/>
          <p:nvPr/>
        </p:nvSpPr>
        <p:spPr>
          <a:xfrm>
            <a:off x="8439825" y="6116604"/>
            <a:ext cx="2989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Abadi ExtraLight" panose="020B0204020104020204" pitchFamily="34" charset="0"/>
              </a:rPr>
              <a:t>Mauro</a:t>
            </a:r>
          </a:p>
          <a:p>
            <a:pPr algn="ctr"/>
            <a:r>
              <a:rPr lang="pt-BR" sz="1600" dirty="0">
                <a:latin typeface="Abadi ExtraLight" panose="020B0204020104020204" pitchFamily="34" charset="0"/>
              </a:rPr>
              <a:t>Infraestrutura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DA252B2C-F62A-130E-772A-3FB3A36ECD89}"/>
              </a:ext>
            </a:extLst>
          </p:cNvPr>
          <p:cNvSpPr/>
          <p:nvPr/>
        </p:nvSpPr>
        <p:spPr>
          <a:xfrm>
            <a:off x="713207" y="4982203"/>
            <a:ext cx="1142122" cy="11421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E196867-5171-0F30-15BF-C5B976F5070A}"/>
              </a:ext>
            </a:extLst>
          </p:cNvPr>
          <p:cNvSpPr txBox="1"/>
          <p:nvPr/>
        </p:nvSpPr>
        <p:spPr>
          <a:xfrm>
            <a:off x="-210500" y="6124325"/>
            <a:ext cx="2989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Abadi ExtraLight" panose="020B0204020104020204" pitchFamily="34" charset="0"/>
              </a:rPr>
              <a:t>Gabriel França</a:t>
            </a:r>
          </a:p>
          <a:p>
            <a:pPr algn="ctr"/>
            <a:r>
              <a:rPr lang="pt-BR" sz="1600" dirty="0" err="1">
                <a:latin typeface="Abadi ExtraLight" panose="020B0204020104020204" pitchFamily="34" charset="0"/>
              </a:rPr>
              <a:t>Frontend</a:t>
            </a:r>
            <a:endParaRPr lang="pt-BR" sz="1600" dirty="0">
              <a:latin typeface="Abadi ExtraLight" panose="020B0204020104020204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2D8CE897-AF6B-FAC2-9728-086F9582927E}"/>
              </a:ext>
            </a:extLst>
          </p:cNvPr>
          <p:cNvSpPr/>
          <p:nvPr/>
        </p:nvSpPr>
        <p:spPr>
          <a:xfrm>
            <a:off x="1246374" y="2195268"/>
            <a:ext cx="992358" cy="992358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F6D8B54E-99C5-9CDA-0CC9-F1B56DA99690}"/>
              </a:ext>
            </a:extLst>
          </p:cNvPr>
          <p:cNvSpPr/>
          <p:nvPr/>
        </p:nvSpPr>
        <p:spPr>
          <a:xfrm>
            <a:off x="3846276" y="5058323"/>
            <a:ext cx="992358" cy="992358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5B12D6BA-E2F0-2596-432E-ECF74D5EEEA8}"/>
              </a:ext>
            </a:extLst>
          </p:cNvPr>
          <p:cNvSpPr/>
          <p:nvPr/>
        </p:nvSpPr>
        <p:spPr>
          <a:xfrm>
            <a:off x="9438414" y="5049364"/>
            <a:ext cx="992358" cy="992358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85275086-B208-B5EC-B30C-8A6CB21E4D57}"/>
              </a:ext>
            </a:extLst>
          </p:cNvPr>
          <p:cNvSpPr/>
          <p:nvPr/>
        </p:nvSpPr>
        <p:spPr>
          <a:xfrm>
            <a:off x="5268824" y="1431850"/>
            <a:ext cx="992358" cy="992358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AE7F1C3C-DFAB-3921-0B0A-0FFC56EEFFD3}"/>
              </a:ext>
            </a:extLst>
          </p:cNvPr>
          <p:cNvSpPr/>
          <p:nvPr/>
        </p:nvSpPr>
        <p:spPr>
          <a:xfrm>
            <a:off x="788089" y="5057085"/>
            <a:ext cx="992358" cy="992358"/>
          </a:xfrm>
          <a:prstGeom prst="ellipse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6" name="Conector: Angulado 35">
            <a:extLst>
              <a:ext uri="{FF2B5EF4-FFF2-40B4-BE49-F238E27FC236}">
                <a16:creationId xmlns:a16="http://schemas.microsoft.com/office/drawing/2014/main" id="{DCF04F8C-5369-37D1-9EC9-99714F5B82AD}"/>
              </a:ext>
            </a:extLst>
          </p:cNvPr>
          <p:cNvCxnSpPr>
            <a:cxnSpLocks/>
            <a:stCxn id="12" idx="6"/>
            <a:endCxn id="22" idx="6"/>
          </p:cNvCxnSpPr>
          <p:nvPr/>
        </p:nvCxnSpPr>
        <p:spPr>
          <a:xfrm>
            <a:off x="6336064" y="1928029"/>
            <a:ext cx="4169590" cy="3617514"/>
          </a:xfrm>
          <a:prstGeom prst="bentConnector3">
            <a:avLst>
              <a:gd name="adj1" fmla="val 13265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ector: Angulado 36">
            <a:extLst>
              <a:ext uri="{FF2B5EF4-FFF2-40B4-BE49-F238E27FC236}">
                <a16:creationId xmlns:a16="http://schemas.microsoft.com/office/drawing/2014/main" id="{1650AE16-2028-225D-E171-537AFD5A19D8}"/>
              </a:ext>
            </a:extLst>
          </p:cNvPr>
          <p:cNvCxnSpPr>
            <a:cxnSpLocks/>
            <a:stCxn id="12" idx="6"/>
            <a:endCxn id="18" idx="6"/>
          </p:cNvCxnSpPr>
          <p:nvPr/>
        </p:nvCxnSpPr>
        <p:spPr>
          <a:xfrm flipH="1">
            <a:off x="4913516" y="1928029"/>
            <a:ext cx="1422548" cy="3626473"/>
          </a:xfrm>
          <a:prstGeom prst="bentConnector3">
            <a:avLst>
              <a:gd name="adj1" fmla="val -2972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C0740C12-AAB5-7F6F-1141-63E0C3949E28}"/>
              </a:ext>
            </a:extLst>
          </p:cNvPr>
          <p:cNvCxnSpPr>
            <a:cxnSpLocks/>
            <a:stCxn id="12" idx="2"/>
            <a:endCxn id="15" idx="6"/>
          </p:cNvCxnSpPr>
          <p:nvPr/>
        </p:nvCxnSpPr>
        <p:spPr>
          <a:xfrm rot="10800000" flipV="1">
            <a:off x="2313614" y="1928029"/>
            <a:ext cx="2880328" cy="763418"/>
          </a:xfrm>
          <a:prstGeom prst="bentConnector3">
            <a:avLst>
              <a:gd name="adj1" fmla="val 91579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ector: Angulado 47">
            <a:extLst>
              <a:ext uri="{FF2B5EF4-FFF2-40B4-BE49-F238E27FC236}">
                <a16:creationId xmlns:a16="http://schemas.microsoft.com/office/drawing/2014/main" id="{9AF6A476-27E9-4AC1-4816-F0B4DE83F703}"/>
              </a:ext>
            </a:extLst>
          </p:cNvPr>
          <p:cNvCxnSpPr>
            <a:cxnSpLocks/>
            <a:stCxn id="12" idx="2"/>
            <a:endCxn id="24" idx="6"/>
          </p:cNvCxnSpPr>
          <p:nvPr/>
        </p:nvCxnSpPr>
        <p:spPr>
          <a:xfrm rot="10800000" flipV="1">
            <a:off x="1855330" y="1928028"/>
            <a:ext cx="3338613" cy="3625235"/>
          </a:xfrm>
          <a:prstGeom prst="bentConnector3">
            <a:avLst>
              <a:gd name="adj1" fmla="val 4878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1D1E14ED-3981-3567-F8C0-ECAD04899E1D}"/>
              </a:ext>
            </a:extLst>
          </p:cNvPr>
          <p:cNvSpPr txBox="1"/>
          <p:nvPr/>
        </p:nvSpPr>
        <p:spPr>
          <a:xfrm>
            <a:off x="2040136" y="1453036"/>
            <a:ext cx="2483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Abadi ExtraLight" panose="020B0204020104020204" pitchFamily="34" charset="0"/>
              </a:rPr>
              <a:t>DESENVOLVIMENTO</a:t>
            </a:r>
          </a:p>
        </p:txBody>
      </p:sp>
      <p:sp>
        <p:nvSpPr>
          <p:cNvPr id="1030" name="CaixaDeTexto 1029">
            <a:extLst>
              <a:ext uri="{FF2B5EF4-FFF2-40B4-BE49-F238E27FC236}">
                <a16:creationId xmlns:a16="http://schemas.microsoft.com/office/drawing/2014/main" id="{962E5448-D40D-A6AB-2043-21725548F978}"/>
              </a:ext>
            </a:extLst>
          </p:cNvPr>
          <p:cNvSpPr txBox="1"/>
          <p:nvPr/>
        </p:nvSpPr>
        <p:spPr>
          <a:xfrm>
            <a:off x="8692970" y="4574371"/>
            <a:ext cx="2483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Abadi ExtraLight" panose="020B0204020104020204" pitchFamily="34" charset="0"/>
              </a:rPr>
              <a:t>INFRAESTRUTURA</a:t>
            </a:r>
          </a:p>
        </p:txBody>
      </p:sp>
      <p:sp>
        <p:nvSpPr>
          <p:cNvPr id="1035" name="CaixaDeTexto 1034">
            <a:extLst>
              <a:ext uri="{FF2B5EF4-FFF2-40B4-BE49-F238E27FC236}">
                <a16:creationId xmlns:a16="http://schemas.microsoft.com/office/drawing/2014/main" id="{BDA1FC79-828A-56C5-0DBA-DDB14B28C2C4}"/>
              </a:ext>
            </a:extLst>
          </p:cNvPr>
          <p:cNvSpPr txBox="1"/>
          <p:nvPr/>
        </p:nvSpPr>
        <p:spPr>
          <a:xfrm>
            <a:off x="4523381" y="908120"/>
            <a:ext cx="2483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Abadi ExtraLight" panose="020B0204020104020204" pitchFamily="34" charset="0"/>
              </a:rPr>
              <a:t>GESTÃO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3C7FBA7-29FC-02EA-CB02-FF94E77C8430}"/>
              </a:ext>
            </a:extLst>
          </p:cNvPr>
          <p:cNvSpPr/>
          <p:nvPr/>
        </p:nvSpPr>
        <p:spPr>
          <a:xfrm>
            <a:off x="9363532" y="2616565"/>
            <a:ext cx="1142122" cy="11421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30852AE-BF1C-ECCE-C0B7-AB0E7013044B}"/>
              </a:ext>
            </a:extLst>
          </p:cNvPr>
          <p:cNvSpPr txBox="1"/>
          <p:nvPr/>
        </p:nvSpPr>
        <p:spPr>
          <a:xfrm>
            <a:off x="8439825" y="3758687"/>
            <a:ext cx="2989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Abadi ExtraLight" panose="020B0204020104020204" pitchFamily="34" charset="0"/>
              </a:rPr>
              <a:t>FT </a:t>
            </a:r>
            <a:r>
              <a:rPr lang="pt-BR" sz="1600" b="1" dirty="0" err="1">
                <a:latin typeface="Abadi ExtraLight" panose="020B0204020104020204" pitchFamily="34" charset="0"/>
              </a:rPr>
              <a:t>Consult</a:t>
            </a:r>
            <a:endParaRPr lang="pt-BR" sz="1600" b="1" dirty="0">
              <a:latin typeface="Abadi ExtraLight" panose="020B0204020104020204" pitchFamily="34" charset="0"/>
            </a:endParaRPr>
          </a:p>
          <a:p>
            <a:pPr algn="ctr"/>
            <a:r>
              <a:rPr lang="pt-BR" sz="1600" dirty="0">
                <a:latin typeface="Abadi ExtraLight" panose="020B0204020104020204" pitchFamily="34" charset="0"/>
              </a:rPr>
              <a:t>Segurança de Informação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942E5A6-8562-AE66-4031-6811AAABFC37}"/>
              </a:ext>
            </a:extLst>
          </p:cNvPr>
          <p:cNvSpPr/>
          <p:nvPr/>
        </p:nvSpPr>
        <p:spPr>
          <a:xfrm>
            <a:off x="9438414" y="2691447"/>
            <a:ext cx="992358" cy="992358"/>
          </a:xfrm>
          <a:prstGeom prst="ellipse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01A74C-EBF6-AE5B-92C7-428868FA1F6C}"/>
              </a:ext>
            </a:extLst>
          </p:cNvPr>
          <p:cNvSpPr txBox="1"/>
          <p:nvPr/>
        </p:nvSpPr>
        <p:spPr>
          <a:xfrm>
            <a:off x="8692970" y="2224153"/>
            <a:ext cx="24832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Abadi ExtraLight" panose="020B0204020104020204" pitchFamily="34" charset="0"/>
              </a:rPr>
              <a:t>SEC. INFO.</a:t>
            </a: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19ECD9EA-8338-2910-B1D7-45A0CD0C186D}"/>
              </a:ext>
            </a:extLst>
          </p:cNvPr>
          <p:cNvCxnSpPr>
            <a:cxnSpLocks/>
            <a:stCxn id="12" idx="6"/>
            <a:endCxn id="4" idx="6"/>
          </p:cNvCxnSpPr>
          <p:nvPr/>
        </p:nvCxnSpPr>
        <p:spPr>
          <a:xfrm>
            <a:off x="6336064" y="1928029"/>
            <a:ext cx="4169590" cy="1259597"/>
          </a:xfrm>
          <a:prstGeom prst="bentConnector3">
            <a:avLst>
              <a:gd name="adj1" fmla="val 10548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59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5673</TotalTime>
  <Words>36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Abadi ExtraLight</vt:lpstr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Calafell</dc:creator>
  <cp:lastModifiedBy>Eduardo Calafell</cp:lastModifiedBy>
  <cp:revision>19</cp:revision>
  <dcterms:created xsi:type="dcterms:W3CDTF">2026-01-23T12:24:49Z</dcterms:created>
  <dcterms:modified xsi:type="dcterms:W3CDTF">2026-04-22T19:27:02Z</dcterms:modified>
</cp:coreProperties>
</file>